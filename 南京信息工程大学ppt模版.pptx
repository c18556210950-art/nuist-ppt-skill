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CE6B6037-C756-40B4-A27E-0DE1048F9AFD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>
        <p15:guide id="1" pos="454" userDrawn="1">
          <p15:clr>
            <a:srgbClr val="A4A3A4"/>
          </p15:clr>
        </p15:guide>
        <p15:guide id="2" pos="7244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10" userDrawn="1">
          <p15:clr>
            <a:srgbClr val="A4A3A4"/>
          </p15:clr>
        </p15:guide>
        <p15:guide id="5" orient="horz" pos="3956" userDrawn="1">
          <p15:clr>
            <a:srgbClr val="A4A3A4"/>
          </p15:clr>
        </p15:guide>
        <p15:guide id="6" orient="horz" pos="386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5D86"/>
    <a:srgbClr val="2660AD"/>
    <a:srgbClr val="00679C"/>
    <a:srgbClr val="F2F2F2"/>
    <a:srgbClr val="DAE8F0"/>
    <a:srgbClr val="006495"/>
    <a:srgbClr val="0094DE"/>
    <a:srgbClr val="65AADD"/>
    <a:srgbClr val="0767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89" d="100"/>
          <a:sy n="89" d="100"/>
        </p:scale>
        <p:origin x="56" y="476"/>
      </p:cViewPr>
      <p:guideLst>
        <p:guide pos="454"/>
        <p:guide pos="7244"/>
        <p:guide orient="horz" pos="648"/>
        <p:guide orient="horz" pos="710"/>
        <p:guide orient="horz" pos="3956"/>
        <p:guide orient="horz" pos="386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434" y="3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customXml" Target="../customXml/item1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4.xml"/><Relationship Id="rId11" Type="http://schemas.openxmlformats.org/officeDocument/2006/relationships/customXml" Target="../customXml/item3.xml"/><Relationship Id="rId10" Type="http://schemas.openxmlformats.org/officeDocument/2006/relationships/customXml" Target="../customXml/item2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CB844C-DF9C-4240-BD30-F83FC53DF05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6982A1-D720-4CB0-8F34-50BC39088CB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0AA4F9-CDBC-4FCA-B33C-09384F2FD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C43185-734D-4BB7-A095-323F236D59C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2" cstate="screen">
            <a:alphaModFix amt="15000"/>
          </a:blip>
          <a:srcRect/>
          <a:stretch>
            <a:fillRect/>
          </a:stretch>
        </p:blipFill>
        <p:spPr>
          <a:xfrm>
            <a:off x="5185461" y="0"/>
            <a:ext cx="7006543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838202" y="3344480"/>
            <a:ext cx="6243495" cy="798847"/>
          </a:xfrm>
        </p:spPr>
        <p:txBody>
          <a:bodyPr anchor="b">
            <a:normAutofit/>
          </a:bodyPr>
          <a:lstStyle>
            <a:lvl1pPr marL="0" algn="l" defTabSz="914400" rtl="0" eaLnBrk="1" latinLnBrk="0" hangingPunct="1">
              <a:defRPr lang="zh-CN" altLang="en-US" sz="4400" b="1" kern="1200" spc="200" dirty="0">
                <a:gradFill flip="none" rotWithShape="1">
                  <a:gsLst>
                    <a:gs pos="0">
                      <a:srgbClr val="2660AD"/>
                    </a:gs>
                    <a:gs pos="100000">
                      <a:srgbClr val="00679C"/>
                    </a:gs>
                  </a:gsLst>
                  <a:lin ang="16200000" scaled="1"/>
                  <a:tileRect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Medium" panose="00020600040101010101" pitchFamily="18" charset="-122"/>
              </a:defRPr>
            </a:lvl1pPr>
          </a:lstStyle>
          <a:p>
            <a:r>
              <a:rPr lang="zh-CN" altLang="en-US"/>
              <a:t>学术答辩通用</a:t>
            </a:r>
            <a:r>
              <a:rPr lang="en-US" altLang="zh-CN"/>
              <a:t>PPT</a:t>
            </a:r>
            <a:r>
              <a:rPr lang="zh-CN" altLang="en-US"/>
              <a:t>模板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838202" y="2534563"/>
            <a:ext cx="6243495" cy="798847"/>
          </a:xfrm>
        </p:spPr>
        <p:txBody>
          <a:bodyPr anchor="ctr" anchorCtr="0">
            <a:normAutofit/>
          </a:bodyPr>
          <a:lstStyle>
            <a:lvl1pPr marL="0" indent="0" algn="l" defTabSz="914400" rtl="0" eaLnBrk="1" latinLnBrk="0" hangingPunct="1">
              <a:buNone/>
              <a:defRPr lang="zh-CN" altLang="en-US" sz="4400" b="1" kern="1200" spc="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Medium" panose="00020600040101010101" pitchFamily="18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南京信息工程大学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6B7F3-024D-429A-ABCA-81F64A6B851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17D63-A816-4E6A-BE97-618CAC8BA0E1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2390580"/>
            <a:ext cx="439839" cy="2754774"/>
          </a:xfrm>
          <a:prstGeom prst="rect">
            <a:avLst/>
          </a:prstGeom>
          <a:gradFill>
            <a:gsLst>
              <a:gs pos="0">
                <a:srgbClr val="00679C"/>
              </a:gs>
              <a:gs pos="100000">
                <a:srgbClr val="2660AD"/>
              </a:gs>
            </a:gsLst>
            <a:lin ang="12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8" name="图片 7" descr="图片包含 游戏机, 猫&#10;&#10;描述已自动生成"/>
          <p:cNvPicPr>
            <a:picLocks noChangeAspect="1"/>
          </p:cNvPicPr>
          <p:nvPr userDrawn="1"/>
        </p:nvPicPr>
        <p:blipFill rotWithShape="1">
          <a:blip r:embed="rId3" cstate="screen">
            <a:alphaModFix amt="15000"/>
          </a:blip>
          <a:srcRect/>
          <a:stretch>
            <a:fillRect/>
          </a:stretch>
        </p:blipFill>
        <p:spPr>
          <a:xfrm rot="16200000">
            <a:off x="-1141186" y="3523983"/>
            <a:ext cx="2754777" cy="439839"/>
          </a:xfrm>
          <a:prstGeom prst="rect">
            <a:avLst/>
          </a:prstGeom>
          <a:noFill/>
        </p:spPr>
      </p:pic>
      <p:sp>
        <p:nvSpPr>
          <p:cNvPr id="11" name="文本框 10"/>
          <p:cNvSpPr txBox="1"/>
          <p:nvPr userDrawn="1"/>
        </p:nvSpPr>
        <p:spPr>
          <a:xfrm>
            <a:off x="838201" y="6017800"/>
            <a:ext cx="29037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spc="700">
                <a:gradFill flip="none" rotWithShape="1">
                  <a:gsLst>
                    <a:gs pos="0">
                      <a:srgbClr val="2660AD"/>
                    </a:gs>
                    <a:gs pos="100000">
                      <a:srgbClr val="00679C"/>
                    </a:gs>
                  </a:gsLst>
                  <a:lin ang="16200000" scaled="1"/>
                  <a:tileRect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Medium" panose="00020600040101010101" pitchFamily="18" charset="-122"/>
              </a:rPr>
              <a:t>明德格物  立己达人</a:t>
            </a:r>
            <a:endParaRPr lang="en-US" altLang="zh-CN" sz="1600" spc="700">
              <a:gradFill flip="none" rotWithShape="1">
                <a:gsLst>
                  <a:gs pos="0">
                    <a:srgbClr val="2660AD"/>
                  </a:gs>
                  <a:gs pos="100000">
                    <a:srgbClr val="00679C"/>
                  </a:gs>
                </a:gsLst>
                <a:lin ang="16200000" scaled="1"/>
                <a:tileRect/>
              </a:gradFill>
              <a:latin typeface="微软雅黑" panose="020B0503020204020204" pitchFamily="34" charset="-122"/>
              <a:ea typeface="微软雅黑" panose="020B0503020204020204" pitchFamily="34" charset="-122"/>
              <a:cs typeface="阿里巴巴普惠体 Medium" panose="00020600040101010101" pitchFamily="18" charset="-122"/>
            </a:endParaRPr>
          </a:p>
        </p:txBody>
      </p:sp>
      <p:sp>
        <p:nvSpPr>
          <p:cNvPr id="15" name="文本占位符 53"/>
          <p:cNvSpPr>
            <a:spLocks noGrp="1"/>
          </p:cNvSpPr>
          <p:nvPr>
            <p:ph type="body" sz="quarter" idx="17" hasCustomPrompt="1"/>
          </p:nvPr>
        </p:nvSpPr>
        <p:spPr>
          <a:xfrm>
            <a:off x="838202" y="4225564"/>
            <a:ext cx="4065361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1600" spc="200" dirty="0">
                <a:gradFill flip="none" rotWithShape="1">
                  <a:gsLst>
                    <a:gs pos="0">
                      <a:srgbClr val="2660AD"/>
                    </a:gs>
                    <a:gs pos="100000">
                      <a:srgbClr val="00679C"/>
                    </a:gs>
                  </a:gsLst>
                  <a:lin ang="16200000" scaled="1"/>
                  <a:tileRect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Medium" panose="00020600040101010101" pitchFamily="18" charset="-122"/>
              </a:defRPr>
            </a:lvl1pPr>
          </a:lstStyle>
          <a:p>
            <a:pPr marL="0" lvl="0">
              <a:lnSpc>
                <a:spcPct val="150000"/>
              </a:lnSpc>
            </a:pPr>
            <a:r>
              <a:rPr lang="en-US" altLang="zh-CN"/>
              <a:t>&gt;&gt;</a:t>
            </a:r>
            <a:r>
              <a:rPr lang="zh-CN" altLang="en-US"/>
              <a:t>答辩学生：魏子奇</a:t>
            </a:r>
            <a:endParaRPr lang="zh-CN" altLang="en-US"/>
          </a:p>
        </p:txBody>
      </p:sp>
      <p:sp>
        <p:nvSpPr>
          <p:cNvPr id="16" name="文本占位符 53"/>
          <p:cNvSpPr>
            <a:spLocks noGrp="1"/>
          </p:cNvSpPr>
          <p:nvPr>
            <p:ph type="body" sz="quarter" idx="18" hasCustomPrompt="1"/>
          </p:nvPr>
        </p:nvSpPr>
        <p:spPr>
          <a:xfrm>
            <a:off x="838202" y="4703491"/>
            <a:ext cx="4065361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1600" spc="200" dirty="0">
                <a:gradFill flip="none" rotWithShape="1">
                  <a:gsLst>
                    <a:gs pos="0">
                      <a:srgbClr val="2660AD"/>
                    </a:gs>
                    <a:gs pos="100000">
                      <a:srgbClr val="00679C"/>
                    </a:gs>
                  </a:gsLst>
                  <a:lin ang="16200000" scaled="1"/>
                  <a:tileRect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Medium" panose="00020600040101010101" pitchFamily="18" charset="-122"/>
              </a:defRPr>
            </a:lvl1pPr>
          </a:lstStyle>
          <a:p>
            <a:pPr marL="0" lvl="0">
              <a:lnSpc>
                <a:spcPct val="150000"/>
              </a:lnSpc>
            </a:pPr>
            <a:r>
              <a:rPr lang="en-US" altLang="zh-CN"/>
              <a:t>&gt;&gt;</a:t>
            </a:r>
            <a:r>
              <a:rPr lang="zh-CN" altLang="en-US"/>
              <a:t>指导教师：</a:t>
            </a:r>
            <a:r>
              <a:rPr lang="en-US" altLang="zh-CN"/>
              <a:t>XXX</a:t>
            </a:r>
            <a:endParaRPr lang="zh-CN" altLang="en-US"/>
          </a:p>
        </p:txBody>
      </p:sp>
      <p:pic>
        <p:nvPicPr>
          <p:cNvPr id="14" name="图片 13" descr="图片包含 游戏机&#10;&#10;描述已自动生成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838200" y="579196"/>
            <a:ext cx="2850764" cy="67875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4267199" cy="6857998"/>
          </a:xfrm>
          <a:prstGeom prst="rect">
            <a:avLst/>
          </a:prstGeom>
          <a:gradFill>
            <a:gsLst>
              <a:gs pos="0">
                <a:srgbClr val="00679C"/>
              </a:gs>
              <a:gs pos="100000">
                <a:srgbClr val="2660AD"/>
              </a:gs>
            </a:gsLst>
            <a:lin ang="12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6B7F3-024D-429A-ABCA-81F64A6B851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17D63-A816-4E6A-BE97-618CAC8BA0E1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 hasCustomPrompt="1"/>
          </p:nvPr>
        </p:nvSpPr>
        <p:spPr>
          <a:xfrm>
            <a:off x="5089235" y="1130300"/>
            <a:ext cx="4731329" cy="5166517"/>
          </a:xfrm>
          <a:prstGeom prst="rect">
            <a:avLst/>
          </a:prstGeom>
        </p:spPr>
        <p:txBody>
          <a:bodyPr anchor="ctr" anchorCtr="1">
            <a:noAutofit/>
          </a:bodyPr>
          <a:lstStyle>
            <a:lvl1pPr marL="514350" indent="-514350" algn="l">
              <a:lnSpc>
                <a:spcPct val="100000"/>
              </a:lnSpc>
              <a:spcBef>
                <a:spcPts val="2000"/>
              </a:spcBef>
              <a:spcAft>
                <a:spcPts val="2000"/>
              </a:spcAft>
              <a:buFont typeface="+mj-lt"/>
              <a:buAutoNum type="arabicPeriod"/>
              <a:defRPr sz="2800" spc="100" baseline="0">
                <a:solidFill>
                  <a:srgbClr val="00679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请在此输入你的标题</a:t>
            </a:r>
            <a:endParaRPr lang="en-US" altLang="zh-CN"/>
          </a:p>
          <a:p>
            <a:pPr lvl="0"/>
            <a:r>
              <a:rPr lang="zh-CN" altLang="en-US"/>
              <a:t>请在此输入你的标题</a:t>
            </a:r>
            <a:endParaRPr lang="en-US" altLang="zh-CN"/>
          </a:p>
          <a:p>
            <a:pPr lvl="0"/>
            <a:r>
              <a:rPr lang="zh-CN" altLang="en-US"/>
              <a:t>请在此输入你的标题</a:t>
            </a:r>
            <a:endParaRPr lang="en-US" altLang="zh-CN"/>
          </a:p>
          <a:p>
            <a:pPr lvl="0"/>
            <a:r>
              <a:rPr lang="zh-CN" altLang="en-US"/>
              <a:t>请在此输入你的标题</a:t>
            </a:r>
            <a:endParaRPr lang="en-US" altLang="zh-CN"/>
          </a:p>
          <a:p>
            <a:pPr lvl="0"/>
            <a:r>
              <a:rPr lang="zh-CN" altLang="en-US"/>
              <a:t>请在此输入你的标题</a:t>
            </a:r>
            <a:endParaRPr lang="en-US" altLang="zh-CN"/>
          </a:p>
        </p:txBody>
      </p:sp>
      <p:pic>
        <p:nvPicPr>
          <p:cNvPr id="9" name="图片 8" descr="图片包含 游戏机, 标志&#10;&#10;描述已自动生成"/>
          <p:cNvPicPr>
            <a:picLocks noChangeAspect="1"/>
          </p:cNvPicPr>
          <p:nvPr userDrawn="1"/>
        </p:nvPicPr>
        <p:blipFill rotWithShape="1">
          <a:blip r:embed="rId2" cstate="screen">
            <a:alphaModFix amt="30000"/>
            <a:biLevel thresh="25000"/>
          </a:blip>
          <a:srcRect/>
          <a:stretch>
            <a:fillRect/>
          </a:stretch>
        </p:blipFill>
        <p:spPr>
          <a:xfrm>
            <a:off x="1660236" y="4113659"/>
            <a:ext cx="2606963" cy="2744341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660400" y="1028700"/>
            <a:ext cx="33781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目录</a:t>
            </a:r>
            <a:b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</a:b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CONTENTS</a:t>
            </a:r>
            <a:endParaRPr lang="zh-CN" altLang="en-US" sz="14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图片 11" descr="图片包含 游戏机&#10;&#10;描述已自动生成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9259546" y="372457"/>
            <a:ext cx="2259354" cy="53794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4495798" y="1"/>
            <a:ext cx="7696202" cy="6858000"/>
          </a:xfrm>
          <a:prstGeom prst="rect">
            <a:avLst/>
          </a:prstGeom>
          <a:gradFill>
            <a:gsLst>
              <a:gs pos="0">
                <a:srgbClr val="00679C"/>
              </a:gs>
              <a:gs pos="100000">
                <a:srgbClr val="2660AD"/>
              </a:gs>
            </a:gsLst>
            <a:lin ang="12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6B7F3-024D-429A-ABCA-81F64A6B851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17D63-A816-4E6A-BE97-618CAC8BA0E1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 hasCustomPrompt="1"/>
          </p:nvPr>
        </p:nvSpPr>
        <p:spPr>
          <a:xfrm>
            <a:off x="5089235" y="1130300"/>
            <a:ext cx="4731329" cy="5166517"/>
          </a:xfrm>
          <a:prstGeom prst="rect">
            <a:avLst/>
          </a:prstGeom>
        </p:spPr>
        <p:txBody>
          <a:bodyPr anchor="ctr" anchorCtr="1">
            <a:noAutofit/>
          </a:bodyPr>
          <a:lstStyle>
            <a:lvl1pPr marL="514350" indent="-514350" algn="l">
              <a:lnSpc>
                <a:spcPct val="100000"/>
              </a:lnSpc>
              <a:spcBef>
                <a:spcPts val="2000"/>
              </a:spcBef>
              <a:spcAft>
                <a:spcPts val="2000"/>
              </a:spcAft>
              <a:buFont typeface="+mj-lt"/>
              <a:buAutoNum type="arabicPeriod"/>
              <a:defRPr sz="2800" spc="10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请在此输入你的标题</a:t>
            </a:r>
            <a:endParaRPr lang="en-US" altLang="zh-CN"/>
          </a:p>
          <a:p>
            <a:pPr lvl="0"/>
            <a:r>
              <a:rPr lang="zh-CN" altLang="en-US"/>
              <a:t>请在此输入你的标题</a:t>
            </a:r>
            <a:endParaRPr lang="en-US" altLang="zh-CN"/>
          </a:p>
          <a:p>
            <a:pPr lvl="0"/>
            <a:r>
              <a:rPr lang="zh-CN" altLang="en-US"/>
              <a:t>请在此输入你的标题</a:t>
            </a:r>
            <a:endParaRPr lang="en-US" altLang="zh-CN"/>
          </a:p>
          <a:p>
            <a:pPr lvl="0"/>
            <a:r>
              <a:rPr lang="zh-CN" altLang="en-US"/>
              <a:t>请在此输入你的标题</a:t>
            </a:r>
            <a:endParaRPr lang="en-US" altLang="zh-CN"/>
          </a:p>
          <a:p>
            <a:pPr lvl="0"/>
            <a:r>
              <a:rPr lang="zh-CN" altLang="en-US"/>
              <a:t>请在此输入你的标题</a:t>
            </a:r>
            <a:endParaRPr lang="en-US" altLang="zh-CN"/>
          </a:p>
        </p:txBody>
      </p:sp>
      <p:pic>
        <p:nvPicPr>
          <p:cNvPr id="9" name="图片 8" descr="图片包含 游戏机, 标志&#10;&#10;描述已自动生成"/>
          <p:cNvPicPr>
            <a:picLocks noChangeAspect="1"/>
          </p:cNvPicPr>
          <p:nvPr userDrawn="1"/>
        </p:nvPicPr>
        <p:blipFill rotWithShape="1">
          <a:blip r:embed="rId2" cstate="screen">
            <a:alphaModFix amt="30000"/>
            <a:biLevel thresh="25000"/>
          </a:blip>
          <a:srcRect/>
          <a:stretch>
            <a:fillRect/>
          </a:stretch>
        </p:blipFill>
        <p:spPr>
          <a:xfrm>
            <a:off x="9585037" y="4113658"/>
            <a:ext cx="2606963" cy="2744341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660400" y="1028700"/>
            <a:ext cx="33781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00679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目录</a:t>
            </a:r>
            <a:b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00679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</a:b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00679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CONTENTS</a:t>
            </a:r>
            <a:endParaRPr lang="zh-CN" altLang="en-US" sz="1400" b="1">
              <a:solidFill>
                <a:srgbClr val="00679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838201" y="6017800"/>
            <a:ext cx="29037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spc="700">
                <a:gradFill flip="none" rotWithShape="1">
                  <a:gsLst>
                    <a:gs pos="0">
                      <a:srgbClr val="2660AD"/>
                    </a:gs>
                    <a:gs pos="100000">
                      <a:srgbClr val="00679C"/>
                    </a:gs>
                  </a:gsLst>
                  <a:lin ang="16200000" scaled="1"/>
                  <a:tileRect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Medium" panose="00020600040101010101" pitchFamily="18" charset="-122"/>
              </a:rPr>
              <a:t>明德格物  立己达人</a:t>
            </a:r>
            <a:endParaRPr lang="en-US" altLang="zh-CN" sz="1600" spc="700">
              <a:gradFill flip="none" rotWithShape="1">
                <a:gsLst>
                  <a:gs pos="0">
                    <a:srgbClr val="2660AD"/>
                  </a:gs>
                  <a:gs pos="100000">
                    <a:srgbClr val="00679C"/>
                  </a:gs>
                </a:gsLst>
                <a:lin ang="16200000" scaled="1"/>
                <a:tileRect/>
              </a:gradFill>
              <a:latin typeface="微软雅黑" panose="020B0503020204020204" pitchFamily="34" charset="-122"/>
              <a:ea typeface="微软雅黑" panose="020B0503020204020204" pitchFamily="34" charset="-122"/>
              <a:cs typeface="阿里巴巴普惠体 Medium" panose="00020600040101010101" pitchFamily="18" charset="-122"/>
            </a:endParaRPr>
          </a:p>
        </p:txBody>
      </p:sp>
      <p:pic>
        <p:nvPicPr>
          <p:cNvPr id="13" name="图片 12" descr="图片包含 游戏机&#10;&#10;描述已自动生成"/>
          <p:cNvPicPr>
            <a:picLocks noChangeAspect="1"/>
          </p:cNvPicPr>
          <p:nvPr userDrawn="1"/>
        </p:nvPicPr>
        <p:blipFill>
          <a:blip r:embed="rId3" cstate="screen">
            <a:biLevel thresh="25000"/>
          </a:blip>
          <a:stretch>
            <a:fillRect/>
          </a:stretch>
        </p:blipFill>
        <p:spPr>
          <a:xfrm>
            <a:off x="9259546" y="372457"/>
            <a:ext cx="2259354" cy="53794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我介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65158" y="428558"/>
            <a:ext cx="8089874" cy="595236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6B7F3-024D-429A-ABCA-81F64A6B851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17D63-A816-4E6A-BE97-618CAC8BA0E1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486137" y="343812"/>
            <a:ext cx="352063" cy="679981"/>
          </a:xfrm>
          <a:prstGeom prst="rect">
            <a:avLst/>
          </a:prstGeom>
          <a:gradFill>
            <a:gsLst>
              <a:gs pos="0">
                <a:srgbClr val="00679C"/>
              </a:gs>
              <a:gs pos="100000">
                <a:srgbClr val="2660AD"/>
              </a:gs>
            </a:gsLst>
            <a:lin ang="12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cxnSp>
        <p:nvCxnSpPr>
          <p:cNvPr id="8" name="直接连接符 7"/>
          <p:cNvCxnSpPr/>
          <p:nvPr userDrawn="1"/>
        </p:nvCxnSpPr>
        <p:spPr>
          <a:xfrm flipV="1">
            <a:off x="1065158" y="1023793"/>
            <a:ext cx="8089874" cy="1"/>
          </a:xfrm>
          <a:prstGeom prst="line">
            <a:avLst/>
          </a:prstGeom>
          <a:ln w="12700">
            <a:solidFill>
              <a:srgbClr val="0067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 descr="图片包含 游戏机&#10;&#10;描述已自动生成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259546" y="372457"/>
            <a:ext cx="2259354" cy="537942"/>
          </a:xfrm>
          <a:prstGeom prst="rect">
            <a:avLst/>
          </a:prstGeom>
        </p:spPr>
      </p:pic>
      <p:sp>
        <p:nvSpPr>
          <p:cNvPr id="10" name="图片占位符 9"/>
          <p:cNvSpPr>
            <a:spLocks noGrp="1"/>
          </p:cNvSpPr>
          <p:nvPr>
            <p:ph type="pic" sz="quarter" idx="13" hasCustomPrompt="1"/>
          </p:nvPr>
        </p:nvSpPr>
        <p:spPr>
          <a:xfrm>
            <a:off x="2028088" y="2193114"/>
            <a:ext cx="2397125" cy="2397125"/>
          </a:xfrm>
          <a:prstGeom prst="ellipse">
            <a:avLst/>
          </a:prstGeom>
          <a:ln w="12700">
            <a:solidFill>
              <a:srgbClr val="2660AD"/>
            </a:solidFill>
          </a:ln>
        </p:spPr>
        <p:txBody>
          <a:bodyPr/>
          <a:lstStyle/>
          <a:p>
            <a:r>
              <a:rPr lang="zh-CN" altLang="en-US" dirty="0"/>
              <a:t>单击图标添加照片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4" hasCustomPrompt="1"/>
          </p:nvPr>
        </p:nvSpPr>
        <p:spPr>
          <a:xfrm>
            <a:off x="5001530" y="2295234"/>
            <a:ext cx="2166257" cy="457296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rgbClr val="2660AD"/>
                </a:solidFill>
                <a:latin typeface="+mj-lt"/>
              </a:defRPr>
            </a:lvl1pPr>
          </a:lstStyle>
          <a:p>
            <a:pPr lvl="0"/>
            <a:r>
              <a:rPr lang="zh-CN" altLang="en-US" dirty="0"/>
              <a:t>姓名：</a:t>
            </a:r>
            <a:r>
              <a:rPr lang="en-US" altLang="zh-CN" dirty="0"/>
              <a:t>XXX</a:t>
            </a:r>
            <a:endParaRPr lang="zh-CN" altLang="en-US" dirty="0"/>
          </a:p>
        </p:txBody>
      </p:sp>
      <p:sp>
        <p:nvSpPr>
          <p:cNvPr id="18" name="文本占位符 17"/>
          <p:cNvSpPr>
            <a:spLocks noGrp="1"/>
          </p:cNvSpPr>
          <p:nvPr>
            <p:ph type="body" sz="quarter" idx="15" hasCustomPrompt="1"/>
          </p:nvPr>
        </p:nvSpPr>
        <p:spPr>
          <a:xfrm>
            <a:off x="5001530" y="3134502"/>
            <a:ext cx="5116432" cy="1670050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个人概况</a:t>
            </a:r>
            <a:endParaRPr lang="zh-CN" altLang="en-US" dirty="0"/>
          </a:p>
        </p:txBody>
      </p:sp>
      <p:sp>
        <p:nvSpPr>
          <p:cNvPr id="19" name="文本占位符 11"/>
          <p:cNvSpPr>
            <a:spLocks noGrp="1"/>
          </p:cNvSpPr>
          <p:nvPr>
            <p:ph type="body" sz="quarter" idx="16" hasCustomPrompt="1"/>
          </p:nvPr>
        </p:nvSpPr>
        <p:spPr>
          <a:xfrm>
            <a:off x="7324853" y="2453953"/>
            <a:ext cx="1791477" cy="298577"/>
          </a:xfrm>
          <a:gradFill>
            <a:gsLst>
              <a:gs pos="0">
                <a:srgbClr val="00679C"/>
              </a:gs>
              <a:gs pos="100000">
                <a:srgbClr val="2660AD"/>
              </a:gs>
            </a:gsLst>
            <a:lin ang="12900000" scaled="0"/>
          </a:gradFill>
          <a:ln>
            <a:noFill/>
          </a:ln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j-lt"/>
              </a:defRPr>
            </a:lvl1pPr>
          </a:lstStyle>
          <a:p>
            <a:pPr algn="ctr"/>
            <a:r>
              <a:rPr lang="zh-CN" altLang="en-US" sz="1400" dirty="0"/>
              <a:t>英文名或其他信息</a:t>
            </a:r>
            <a:endParaRPr lang="zh-CN" altLang="en-US" sz="14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/>
        </p:nvSpPr>
        <p:spPr>
          <a:xfrm>
            <a:off x="3267940" y="2346331"/>
            <a:ext cx="8931564" cy="2234906"/>
          </a:xfrm>
          <a:prstGeom prst="rect">
            <a:avLst/>
          </a:prstGeom>
          <a:gradFill>
            <a:gsLst>
              <a:gs pos="0">
                <a:srgbClr val="00679C"/>
              </a:gs>
              <a:gs pos="100000">
                <a:srgbClr val="2660AD"/>
              </a:gs>
            </a:gsLst>
            <a:lin ang="12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0" y="2346331"/>
            <a:ext cx="2898487" cy="2234905"/>
          </a:xfrm>
          <a:prstGeom prst="rect">
            <a:avLst/>
          </a:prstGeom>
          <a:gradFill>
            <a:gsLst>
              <a:gs pos="0">
                <a:srgbClr val="00679C"/>
              </a:gs>
              <a:gs pos="100000">
                <a:srgbClr val="2660AD"/>
              </a:gs>
            </a:gsLst>
            <a:lin ang="12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3267940" y="2336085"/>
            <a:ext cx="8931564" cy="2245151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588904" y="2324980"/>
            <a:ext cx="7474528" cy="1671779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节标题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3584892" y="4007864"/>
            <a:ext cx="7468178" cy="54263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副标题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6B7F3-024D-429A-ABCA-81F64A6B851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17D63-A816-4E6A-BE97-618CAC8BA0E1}" type="slidenum">
              <a:rPr lang="zh-CN" altLang="en-US" smtClean="0"/>
            </a:fld>
            <a:endParaRPr lang="zh-CN" altLang="en-US"/>
          </a:p>
        </p:txBody>
      </p:sp>
      <p:sp>
        <p:nvSpPr>
          <p:cNvPr id="8" name="文本占位符 2"/>
          <p:cNvSpPr>
            <a:spLocks noGrp="1"/>
          </p:cNvSpPr>
          <p:nvPr>
            <p:ph type="body" idx="13" hasCustomPrompt="1"/>
          </p:nvPr>
        </p:nvSpPr>
        <p:spPr>
          <a:xfrm>
            <a:off x="845704" y="1638300"/>
            <a:ext cx="2186131" cy="2953183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3900" b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18" name="矩形 17"/>
          <p:cNvSpPr/>
          <p:nvPr userDrawn="1"/>
        </p:nvSpPr>
        <p:spPr>
          <a:xfrm>
            <a:off x="-12700" y="2351455"/>
            <a:ext cx="2898487" cy="224515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图片 14" descr="图片包含 游戏机, 猫&#10;&#10;描述已自动生成"/>
          <p:cNvPicPr>
            <a:picLocks noChangeAspect="1"/>
          </p:cNvPicPr>
          <p:nvPr userDrawn="1"/>
        </p:nvPicPr>
        <p:blipFill rotWithShape="1">
          <a:blip r:embed="rId2" cstate="screen">
            <a:alphaModFix amt="50000"/>
          </a:blip>
          <a:srcRect/>
          <a:stretch>
            <a:fillRect/>
          </a:stretch>
        </p:blipFill>
        <p:spPr>
          <a:xfrm>
            <a:off x="9557904" y="2308199"/>
            <a:ext cx="2641600" cy="2273037"/>
          </a:xfrm>
          <a:prstGeom prst="rect">
            <a:avLst/>
          </a:prstGeom>
        </p:spPr>
      </p:pic>
      <p:sp>
        <p:nvSpPr>
          <p:cNvPr id="19" name="文本框 18"/>
          <p:cNvSpPr txBox="1"/>
          <p:nvPr userDrawn="1"/>
        </p:nvSpPr>
        <p:spPr>
          <a:xfrm>
            <a:off x="838201" y="6017800"/>
            <a:ext cx="29037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spc="700">
                <a:gradFill flip="none" rotWithShape="1">
                  <a:gsLst>
                    <a:gs pos="0">
                      <a:srgbClr val="2660AD"/>
                    </a:gs>
                    <a:gs pos="100000">
                      <a:srgbClr val="00679C"/>
                    </a:gs>
                  </a:gsLst>
                  <a:lin ang="16200000" scaled="1"/>
                  <a:tileRect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Medium" panose="00020600040101010101" pitchFamily="18" charset="-122"/>
              </a:rPr>
              <a:t>明德格物  立己达人</a:t>
            </a:r>
            <a:endParaRPr lang="en-US" altLang="zh-CN" sz="1600" spc="700">
              <a:gradFill flip="none" rotWithShape="1">
                <a:gsLst>
                  <a:gs pos="0">
                    <a:srgbClr val="2660AD"/>
                  </a:gs>
                  <a:gs pos="100000">
                    <a:srgbClr val="00679C"/>
                  </a:gs>
                </a:gsLst>
                <a:lin ang="16200000" scaled="1"/>
                <a:tileRect/>
              </a:gradFill>
              <a:latin typeface="微软雅黑" panose="020B0503020204020204" pitchFamily="34" charset="-122"/>
              <a:ea typeface="微软雅黑" panose="020B0503020204020204" pitchFamily="34" charset="-122"/>
              <a:cs typeface="阿里巴巴普惠体 Medium" panose="00020600040101010101" pitchFamily="18" charset="-122"/>
            </a:endParaRPr>
          </a:p>
        </p:txBody>
      </p:sp>
      <p:pic>
        <p:nvPicPr>
          <p:cNvPr id="20" name="图片 19" descr="图片包含 游戏机&#10;&#10;描述已自动生成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9259546" y="372457"/>
            <a:ext cx="2259354" cy="53794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065158" y="343811"/>
            <a:ext cx="8089874" cy="595235"/>
          </a:xfrm>
        </p:spPr>
        <p:txBody>
          <a:bodyPr anchor="b" anchorCtr="0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内容标题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65158" y="1390788"/>
            <a:ext cx="10453742" cy="4513825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defRPr sz="2000"/>
            </a:lvl1pPr>
            <a:lvl2pPr indent="0">
              <a:lnSpc>
                <a:spcPct val="150000"/>
              </a:lnSpc>
              <a:defRPr sz="2000"/>
            </a:lvl2pPr>
            <a:lvl3pPr indent="0">
              <a:lnSpc>
                <a:spcPct val="150000"/>
              </a:lnSpc>
              <a:defRPr sz="1800"/>
            </a:lvl3pPr>
            <a:lvl4pPr indent="0">
              <a:lnSpc>
                <a:spcPct val="150000"/>
              </a:lnSpc>
              <a:defRPr sz="1600"/>
            </a:lvl4pPr>
            <a:lvl5pPr indent="0">
              <a:lnSpc>
                <a:spcPct val="150000"/>
              </a:lnSpc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6B7F3-024D-429A-ABCA-81F64A6B851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17D63-A816-4E6A-BE97-618CAC8BA0E1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486137" y="343812"/>
            <a:ext cx="352063" cy="679981"/>
          </a:xfrm>
          <a:prstGeom prst="rect">
            <a:avLst/>
          </a:prstGeom>
          <a:gradFill>
            <a:gsLst>
              <a:gs pos="0">
                <a:srgbClr val="00679C"/>
              </a:gs>
              <a:gs pos="100000">
                <a:srgbClr val="2660AD"/>
              </a:gs>
            </a:gsLst>
            <a:lin ang="12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cxnSp>
        <p:nvCxnSpPr>
          <p:cNvPr id="11" name="直接连接符 10"/>
          <p:cNvCxnSpPr/>
          <p:nvPr userDrawn="1"/>
        </p:nvCxnSpPr>
        <p:spPr>
          <a:xfrm flipV="1">
            <a:off x="1065158" y="1023793"/>
            <a:ext cx="8089874" cy="1"/>
          </a:xfrm>
          <a:prstGeom prst="line">
            <a:avLst/>
          </a:prstGeom>
          <a:ln w="12700">
            <a:solidFill>
              <a:srgbClr val="0067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 userDrawn="1"/>
        </p:nvSpPr>
        <p:spPr>
          <a:xfrm>
            <a:off x="838200" y="6017800"/>
            <a:ext cx="29037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spc="700">
                <a:gradFill flip="none" rotWithShape="1">
                  <a:gsLst>
                    <a:gs pos="0">
                      <a:srgbClr val="2660AD"/>
                    </a:gs>
                    <a:gs pos="100000">
                      <a:srgbClr val="00679C"/>
                    </a:gs>
                  </a:gsLst>
                  <a:lin ang="16200000" scaled="1"/>
                  <a:tileRect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Medium" panose="00020600040101010101" pitchFamily="18" charset="-122"/>
              </a:rPr>
              <a:t>明德格物  立己达人</a:t>
            </a:r>
            <a:endParaRPr lang="en-US" altLang="zh-CN" sz="1600" spc="700">
              <a:gradFill flip="none" rotWithShape="1">
                <a:gsLst>
                  <a:gs pos="0">
                    <a:srgbClr val="2660AD"/>
                  </a:gs>
                  <a:gs pos="100000">
                    <a:srgbClr val="00679C"/>
                  </a:gs>
                </a:gsLst>
                <a:lin ang="16200000" scaled="1"/>
                <a:tileRect/>
              </a:gradFill>
              <a:latin typeface="微软雅黑" panose="020B0503020204020204" pitchFamily="34" charset="-122"/>
              <a:ea typeface="微软雅黑" panose="020B0503020204020204" pitchFamily="34" charset="-122"/>
              <a:cs typeface="阿里巴巴普惠体 Medium" panose="00020600040101010101" pitchFamily="18" charset="-122"/>
            </a:endParaRPr>
          </a:p>
        </p:txBody>
      </p:sp>
      <p:pic>
        <p:nvPicPr>
          <p:cNvPr id="16" name="图片 15" descr="图片包含 游戏机&#10;&#10;描述已自动生成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259546" y="372457"/>
            <a:ext cx="2259354" cy="53794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65158" y="428558"/>
            <a:ext cx="8089874" cy="595236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6B7F3-024D-429A-ABCA-81F64A6B851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17D63-A816-4E6A-BE97-618CAC8BA0E1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486137" y="343812"/>
            <a:ext cx="352063" cy="679981"/>
          </a:xfrm>
          <a:prstGeom prst="rect">
            <a:avLst/>
          </a:prstGeom>
          <a:gradFill>
            <a:gsLst>
              <a:gs pos="0">
                <a:srgbClr val="00679C"/>
              </a:gs>
              <a:gs pos="100000">
                <a:srgbClr val="2660AD"/>
              </a:gs>
            </a:gsLst>
            <a:lin ang="12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cxnSp>
        <p:nvCxnSpPr>
          <p:cNvPr id="8" name="直接连接符 7"/>
          <p:cNvCxnSpPr/>
          <p:nvPr userDrawn="1"/>
        </p:nvCxnSpPr>
        <p:spPr>
          <a:xfrm flipV="1">
            <a:off x="1065158" y="1023793"/>
            <a:ext cx="8089874" cy="1"/>
          </a:xfrm>
          <a:prstGeom prst="line">
            <a:avLst/>
          </a:prstGeom>
          <a:ln w="12700">
            <a:solidFill>
              <a:srgbClr val="0067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 descr="图片包含 游戏机&#10;&#10;描述已自动生成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259546" y="372457"/>
            <a:ext cx="2259354" cy="53794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三段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65158" y="428558"/>
            <a:ext cx="8089874" cy="595236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6B7F3-024D-429A-ABCA-81F64A6B851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17D63-A816-4E6A-BE97-618CAC8BA0E1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486137" y="343812"/>
            <a:ext cx="352063" cy="679981"/>
          </a:xfrm>
          <a:prstGeom prst="rect">
            <a:avLst/>
          </a:prstGeom>
          <a:gradFill>
            <a:gsLst>
              <a:gs pos="0">
                <a:srgbClr val="00679C"/>
              </a:gs>
              <a:gs pos="100000">
                <a:srgbClr val="2660AD"/>
              </a:gs>
            </a:gsLst>
            <a:lin ang="12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cxnSp>
        <p:nvCxnSpPr>
          <p:cNvPr id="8" name="直接连接符 7"/>
          <p:cNvCxnSpPr/>
          <p:nvPr userDrawn="1"/>
        </p:nvCxnSpPr>
        <p:spPr>
          <a:xfrm flipV="1">
            <a:off x="1065158" y="1023793"/>
            <a:ext cx="8089874" cy="1"/>
          </a:xfrm>
          <a:prstGeom prst="line">
            <a:avLst/>
          </a:prstGeom>
          <a:ln w="12700">
            <a:solidFill>
              <a:srgbClr val="0067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 descr="图片包含 游戏机&#10;&#10;描述已自动生成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259546" y="372457"/>
            <a:ext cx="2259354" cy="537942"/>
          </a:xfrm>
          <a:prstGeom prst="rect">
            <a:avLst/>
          </a:prstGeom>
        </p:spPr>
      </p:pic>
      <p:sp>
        <p:nvSpPr>
          <p:cNvPr id="10" name="文本占位符 9"/>
          <p:cNvSpPr>
            <a:spLocks noGrp="1"/>
          </p:cNvSpPr>
          <p:nvPr>
            <p:ph type="body" sz="quarter" idx="13" hasCustomPrompt="1"/>
          </p:nvPr>
        </p:nvSpPr>
        <p:spPr>
          <a:xfrm>
            <a:off x="1229360" y="2248953"/>
            <a:ext cx="2209800" cy="644525"/>
          </a:xfrm>
        </p:spPr>
        <p:txBody>
          <a:bodyPr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b="1">
                <a:gradFill>
                  <a:gsLst>
                    <a:gs pos="0">
                      <a:srgbClr val="00679C"/>
                    </a:gs>
                    <a:gs pos="100000">
                      <a:srgbClr val="2660AD"/>
                    </a:gs>
                  </a:gsLst>
                  <a:lin ang="12900000" scaled="0"/>
                </a:gradFill>
              </a:defRPr>
            </a:lvl1pPr>
          </a:lstStyle>
          <a:p>
            <a:pPr lvl="0"/>
            <a:r>
              <a:rPr lang="zh-CN" altLang="en-US" dirty="0"/>
              <a:t>关键词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4" hasCustomPrompt="1"/>
          </p:nvPr>
        </p:nvSpPr>
        <p:spPr>
          <a:xfrm>
            <a:off x="962660" y="3173073"/>
            <a:ext cx="2743200" cy="2621674"/>
          </a:xfrm>
        </p:spPr>
        <p:txBody>
          <a:bodyPr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8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dirty="0"/>
              <a:t>关键词内容</a:t>
            </a:r>
            <a:endParaRPr lang="zh-CN" altLang="en-US" dirty="0"/>
          </a:p>
        </p:txBody>
      </p:sp>
      <p:cxnSp>
        <p:nvCxnSpPr>
          <p:cNvPr id="14" name="直接连接符 13"/>
          <p:cNvCxnSpPr/>
          <p:nvPr userDrawn="1"/>
        </p:nvCxnSpPr>
        <p:spPr>
          <a:xfrm>
            <a:off x="4221584" y="2167673"/>
            <a:ext cx="0" cy="2993874"/>
          </a:xfrm>
          <a:prstGeom prst="line">
            <a:avLst/>
          </a:prstGeom>
          <a:ln w="28575">
            <a:gradFill>
              <a:gsLst>
                <a:gs pos="0">
                  <a:srgbClr val="2660AD"/>
                </a:gs>
                <a:gs pos="100000">
                  <a:srgbClr val="0E5D86"/>
                </a:gs>
              </a:gsLst>
              <a:lin ang="54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占位符 9"/>
          <p:cNvSpPr>
            <a:spLocks noGrp="1"/>
          </p:cNvSpPr>
          <p:nvPr>
            <p:ph type="body" sz="quarter" idx="15" hasCustomPrompt="1"/>
          </p:nvPr>
        </p:nvSpPr>
        <p:spPr>
          <a:xfrm>
            <a:off x="4958080" y="2248953"/>
            <a:ext cx="2209800" cy="644525"/>
          </a:xfrm>
        </p:spPr>
        <p:txBody>
          <a:bodyPr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b="1">
                <a:gradFill>
                  <a:gsLst>
                    <a:gs pos="0">
                      <a:srgbClr val="00679C"/>
                    </a:gs>
                    <a:gs pos="100000">
                      <a:srgbClr val="2660AD"/>
                    </a:gs>
                  </a:gsLst>
                  <a:lin ang="12900000" scaled="0"/>
                </a:gradFill>
              </a:defRPr>
            </a:lvl1pPr>
          </a:lstStyle>
          <a:p>
            <a:pPr lvl="0"/>
            <a:r>
              <a:rPr lang="zh-CN" altLang="en-US" dirty="0"/>
              <a:t>关键词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6" name="文本占位符 11"/>
          <p:cNvSpPr>
            <a:spLocks noGrp="1"/>
          </p:cNvSpPr>
          <p:nvPr>
            <p:ph type="body" sz="quarter" idx="16" hasCustomPrompt="1"/>
          </p:nvPr>
        </p:nvSpPr>
        <p:spPr>
          <a:xfrm>
            <a:off x="4691380" y="3173073"/>
            <a:ext cx="2743200" cy="2621674"/>
          </a:xfrm>
        </p:spPr>
        <p:txBody>
          <a:bodyPr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8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dirty="0"/>
              <a:t>关键词内容</a:t>
            </a:r>
            <a:endParaRPr lang="zh-CN" altLang="en-US" dirty="0"/>
          </a:p>
        </p:txBody>
      </p:sp>
      <p:sp>
        <p:nvSpPr>
          <p:cNvPr id="19" name="文本占位符 9"/>
          <p:cNvSpPr>
            <a:spLocks noGrp="1"/>
          </p:cNvSpPr>
          <p:nvPr>
            <p:ph type="body" sz="quarter" idx="17" hasCustomPrompt="1"/>
          </p:nvPr>
        </p:nvSpPr>
        <p:spPr>
          <a:xfrm>
            <a:off x="8679389" y="2248953"/>
            <a:ext cx="2209800" cy="644525"/>
          </a:xfrm>
        </p:spPr>
        <p:txBody>
          <a:bodyPr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b="1">
                <a:gradFill>
                  <a:gsLst>
                    <a:gs pos="0">
                      <a:srgbClr val="00679C"/>
                    </a:gs>
                    <a:gs pos="100000">
                      <a:srgbClr val="2660AD"/>
                    </a:gs>
                  </a:gsLst>
                  <a:lin ang="12900000" scaled="0"/>
                </a:gradFill>
              </a:defRPr>
            </a:lvl1pPr>
          </a:lstStyle>
          <a:p>
            <a:pPr lvl="0"/>
            <a:r>
              <a:rPr lang="zh-CN" altLang="en-US" dirty="0"/>
              <a:t>关键词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20" name="文本占位符 11"/>
          <p:cNvSpPr>
            <a:spLocks noGrp="1"/>
          </p:cNvSpPr>
          <p:nvPr>
            <p:ph type="body" sz="quarter" idx="18" hasCustomPrompt="1"/>
          </p:nvPr>
        </p:nvSpPr>
        <p:spPr>
          <a:xfrm>
            <a:off x="8412689" y="3173073"/>
            <a:ext cx="2743200" cy="2621674"/>
          </a:xfrm>
        </p:spPr>
        <p:txBody>
          <a:bodyPr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8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dirty="0"/>
              <a:t>关键词内容</a:t>
            </a:r>
            <a:endParaRPr lang="zh-CN" altLang="en-US" dirty="0"/>
          </a:p>
        </p:txBody>
      </p:sp>
      <p:cxnSp>
        <p:nvCxnSpPr>
          <p:cNvPr id="24" name="直接连接符 23"/>
          <p:cNvCxnSpPr/>
          <p:nvPr userDrawn="1"/>
        </p:nvCxnSpPr>
        <p:spPr>
          <a:xfrm>
            <a:off x="7971426" y="2167673"/>
            <a:ext cx="0" cy="2993874"/>
          </a:xfrm>
          <a:prstGeom prst="line">
            <a:avLst/>
          </a:prstGeom>
          <a:ln w="28575">
            <a:gradFill>
              <a:gsLst>
                <a:gs pos="0">
                  <a:srgbClr val="2660AD"/>
                </a:gs>
                <a:gs pos="100000">
                  <a:srgbClr val="0E5D86"/>
                </a:gs>
              </a:gsLst>
              <a:lin ang="54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文对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65158" y="428558"/>
            <a:ext cx="8089874" cy="595236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6B7F3-024D-429A-ABCA-81F64A6B851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17D63-A816-4E6A-BE97-618CAC8BA0E1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486137" y="343812"/>
            <a:ext cx="352063" cy="679981"/>
          </a:xfrm>
          <a:prstGeom prst="rect">
            <a:avLst/>
          </a:prstGeom>
          <a:gradFill>
            <a:gsLst>
              <a:gs pos="0">
                <a:srgbClr val="00679C"/>
              </a:gs>
              <a:gs pos="100000">
                <a:srgbClr val="2660AD"/>
              </a:gs>
            </a:gsLst>
            <a:lin ang="12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cxnSp>
        <p:nvCxnSpPr>
          <p:cNvPr id="8" name="直接连接符 7"/>
          <p:cNvCxnSpPr/>
          <p:nvPr userDrawn="1"/>
        </p:nvCxnSpPr>
        <p:spPr>
          <a:xfrm flipV="1">
            <a:off x="1065158" y="1023793"/>
            <a:ext cx="8089874" cy="1"/>
          </a:xfrm>
          <a:prstGeom prst="line">
            <a:avLst/>
          </a:prstGeom>
          <a:ln w="12700">
            <a:solidFill>
              <a:srgbClr val="0067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 descr="图片包含 游戏机&#10;&#10;描述已自动生成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259546" y="372457"/>
            <a:ext cx="2259354" cy="537942"/>
          </a:xfrm>
          <a:prstGeom prst="rect">
            <a:avLst/>
          </a:prstGeom>
        </p:spPr>
      </p:pic>
      <p:sp>
        <p:nvSpPr>
          <p:cNvPr id="10" name="图片占位符 9"/>
          <p:cNvSpPr>
            <a:spLocks noGrp="1"/>
          </p:cNvSpPr>
          <p:nvPr>
            <p:ph type="pic" sz="quarter" idx="13"/>
          </p:nvPr>
        </p:nvSpPr>
        <p:spPr>
          <a:xfrm>
            <a:off x="1065158" y="1474787"/>
            <a:ext cx="2930525" cy="4359275"/>
          </a:xfrm>
        </p:spPr>
        <p:txBody>
          <a:bodyPr/>
          <a:lstStyle/>
          <a:p>
            <a:r>
              <a:rPr lang="zh-CN" altLang="en-US" dirty="0"/>
              <a:t>单击图标添加图片</a:t>
            </a:r>
            <a:endParaRPr lang="zh-CN" altLang="en-US" dirty="0"/>
          </a:p>
        </p:txBody>
      </p:sp>
      <p:sp>
        <p:nvSpPr>
          <p:cNvPr id="11" name="文本占位符 9"/>
          <p:cNvSpPr>
            <a:spLocks noGrp="1"/>
          </p:cNvSpPr>
          <p:nvPr>
            <p:ph type="body" sz="quarter" idx="14" hasCustomPrompt="1"/>
          </p:nvPr>
        </p:nvSpPr>
        <p:spPr>
          <a:xfrm>
            <a:off x="4588380" y="1793830"/>
            <a:ext cx="2209800" cy="644525"/>
          </a:xfrm>
        </p:spPr>
        <p:txBody>
          <a:bodyPr>
            <a:no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 b="1">
                <a:gradFill>
                  <a:gsLst>
                    <a:gs pos="0">
                      <a:srgbClr val="00679C"/>
                    </a:gs>
                    <a:gs pos="100000">
                      <a:srgbClr val="2660AD"/>
                    </a:gs>
                  </a:gsLst>
                  <a:lin ang="12900000" scaled="0"/>
                </a:gradFill>
              </a:defRPr>
            </a:lvl1pPr>
          </a:lstStyle>
          <a:p>
            <a:pPr lvl="0"/>
            <a:r>
              <a:rPr lang="zh-CN" altLang="en-US" dirty="0"/>
              <a:t>关键词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5" hasCustomPrompt="1"/>
          </p:nvPr>
        </p:nvSpPr>
        <p:spPr>
          <a:xfrm>
            <a:off x="4588380" y="2671297"/>
            <a:ext cx="6113832" cy="85774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8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dirty="0"/>
              <a:t>关键词内容</a:t>
            </a:r>
            <a:endParaRPr lang="zh-CN" altLang="en-US" dirty="0"/>
          </a:p>
        </p:txBody>
      </p:sp>
      <p:sp>
        <p:nvSpPr>
          <p:cNvPr id="13" name="文本占位符 11"/>
          <p:cNvSpPr>
            <a:spLocks noGrp="1"/>
          </p:cNvSpPr>
          <p:nvPr>
            <p:ph type="body" sz="quarter" idx="16" hasCustomPrompt="1"/>
          </p:nvPr>
        </p:nvSpPr>
        <p:spPr>
          <a:xfrm>
            <a:off x="4588380" y="4615175"/>
            <a:ext cx="6113832" cy="85774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8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dirty="0"/>
              <a:t>关键词内容</a:t>
            </a:r>
            <a:endParaRPr lang="zh-CN" altLang="en-US" dirty="0"/>
          </a:p>
        </p:txBody>
      </p:sp>
      <p:sp>
        <p:nvSpPr>
          <p:cNvPr id="14" name="文本占位符 9"/>
          <p:cNvSpPr>
            <a:spLocks noGrp="1"/>
          </p:cNvSpPr>
          <p:nvPr>
            <p:ph type="body" sz="quarter" idx="17" hasCustomPrompt="1"/>
          </p:nvPr>
        </p:nvSpPr>
        <p:spPr>
          <a:xfrm>
            <a:off x="4588380" y="3715852"/>
            <a:ext cx="2209800" cy="644525"/>
          </a:xfrm>
        </p:spPr>
        <p:txBody>
          <a:bodyPr>
            <a:no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 b="1">
                <a:gradFill>
                  <a:gsLst>
                    <a:gs pos="0">
                      <a:srgbClr val="00679C"/>
                    </a:gs>
                    <a:gs pos="100000">
                      <a:srgbClr val="2660AD"/>
                    </a:gs>
                  </a:gsLst>
                  <a:lin ang="12900000" scaled="0"/>
                </a:gradFill>
              </a:defRPr>
            </a:lvl1pPr>
          </a:lstStyle>
          <a:p>
            <a:pPr lvl="0"/>
            <a:r>
              <a:rPr lang="zh-CN" altLang="en-US" dirty="0"/>
              <a:t>关键词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6B7F3-024D-429A-ABCA-81F64A6B851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17D63-A816-4E6A-BE97-618CAC8BA0E1}" type="slidenum">
              <a:rPr lang="zh-CN" altLang="en-US" smtClean="0"/>
            </a:fld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486137" y="343812"/>
            <a:ext cx="352063" cy="679981"/>
          </a:xfrm>
          <a:prstGeom prst="rect">
            <a:avLst/>
          </a:prstGeom>
          <a:gradFill>
            <a:gsLst>
              <a:gs pos="0">
                <a:srgbClr val="00679C"/>
              </a:gs>
              <a:gs pos="100000">
                <a:srgbClr val="2660AD"/>
              </a:gs>
            </a:gsLst>
            <a:lin ang="12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cxnSp>
        <p:nvCxnSpPr>
          <p:cNvPr id="6" name="直接连接符 5"/>
          <p:cNvCxnSpPr/>
          <p:nvPr userDrawn="1"/>
        </p:nvCxnSpPr>
        <p:spPr>
          <a:xfrm flipV="1">
            <a:off x="1065158" y="1023793"/>
            <a:ext cx="8089874" cy="1"/>
          </a:xfrm>
          <a:prstGeom prst="line">
            <a:avLst/>
          </a:prstGeom>
          <a:ln w="12700">
            <a:solidFill>
              <a:srgbClr val="0067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 descr="图片包含 游戏机&#10;&#10;描述已自动生成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259546" y="372457"/>
            <a:ext cx="2259354" cy="53794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2" cstate="screen">
            <a:alphaModFix amt="15000"/>
          </a:blip>
          <a:srcRect/>
          <a:stretch>
            <a:fillRect/>
          </a:stretch>
        </p:blipFill>
        <p:spPr>
          <a:xfrm>
            <a:off x="5185461" y="0"/>
            <a:ext cx="7006543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2199410" y="2488461"/>
            <a:ext cx="7793178" cy="798847"/>
          </a:xfrm>
        </p:spPr>
        <p:txBody>
          <a:bodyPr anchor="b">
            <a:noAutofit/>
          </a:bodyPr>
          <a:lstStyle>
            <a:lvl1pPr marL="0" algn="ctr" defTabSz="914400" rtl="0" eaLnBrk="1" latinLnBrk="0" hangingPunct="1">
              <a:defRPr lang="zh-CN" altLang="en-US" sz="4800" b="1" kern="1200" spc="200" dirty="0">
                <a:gradFill flip="none" rotWithShape="1">
                  <a:gsLst>
                    <a:gs pos="0">
                      <a:srgbClr val="2660AD"/>
                    </a:gs>
                    <a:gs pos="100000">
                      <a:srgbClr val="00679C"/>
                    </a:gs>
                  </a:gsLst>
                  <a:lin ang="16200000" scaled="1"/>
                  <a:tileRect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Medium" panose="00020600040101010101" pitchFamily="18" charset="-122"/>
              </a:defRPr>
            </a:lvl1pPr>
          </a:lstStyle>
          <a:p>
            <a:r>
              <a:rPr lang="zh-CN" altLang="en-US" dirty="0"/>
              <a:t>感谢您的指导！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2211206" y="3287308"/>
            <a:ext cx="7781382" cy="798847"/>
          </a:xfrm>
        </p:spPr>
        <p:txBody>
          <a:bodyPr anchor="ctr" anchorCtr="0">
            <a:normAutofit/>
          </a:bodyPr>
          <a:lstStyle>
            <a:lvl1pPr marL="0" indent="0" algn="ctr" defTabSz="914400" rtl="0" eaLnBrk="1" latinLnBrk="0" hangingPunct="1">
              <a:buNone/>
              <a:defRPr lang="zh-CN" altLang="en-US" sz="2000" b="0" kern="1200" spc="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Medium" panose="00020600040101010101" pitchFamily="18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 dirty="0"/>
              <a:t>Thank you for your support and guidance!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6B7F3-024D-429A-ABCA-81F64A6B851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17D63-A816-4E6A-BE97-618CAC8BA0E1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2" y="2395959"/>
            <a:ext cx="439839" cy="2754774"/>
          </a:xfrm>
          <a:prstGeom prst="rect">
            <a:avLst/>
          </a:prstGeom>
          <a:gradFill>
            <a:gsLst>
              <a:gs pos="0">
                <a:srgbClr val="00679C"/>
              </a:gs>
              <a:gs pos="100000">
                <a:srgbClr val="2660AD"/>
              </a:gs>
            </a:gsLst>
            <a:lin ang="12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8" name="图片 7" descr="图片包含 游戏机, 猫&#10;&#10;描述已自动生成"/>
          <p:cNvPicPr>
            <a:picLocks noChangeAspect="1"/>
          </p:cNvPicPr>
          <p:nvPr userDrawn="1"/>
        </p:nvPicPr>
        <p:blipFill rotWithShape="1">
          <a:blip r:embed="rId3" cstate="screen">
            <a:alphaModFix amt="15000"/>
          </a:blip>
          <a:srcRect/>
          <a:stretch>
            <a:fillRect/>
          </a:stretch>
        </p:blipFill>
        <p:spPr>
          <a:xfrm rot="16200000">
            <a:off x="-1157484" y="3553425"/>
            <a:ext cx="2754777" cy="439839"/>
          </a:xfrm>
          <a:prstGeom prst="rect">
            <a:avLst/>
          </a:prstGeom>
          <a:noFill/>
        </p:spPr>
      </p:pic>
      <p:sp>
        <p:nvSpPr>
          <p:cNvPr id="11" name="文本框 10"/>
          <p:cNvSpPr txBox="1"/>
          <p:nvPr userDrawn="1"/>
        </p:nvSpPr>
        <p:spPr>
          <a:xfrm>
            <a:off x="4644131" y="6369639"/>
            <a:ext cx="29037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spc="700" dirty="0">
                <a:gradFill flip="none" rotWithShape="1">
                  <a:gsLst>
                    <a:gs pos="0">
                      <a:srgbClr val="2660AD"/>
                    </a:gs>
                    <a:gs pos="100000">
                      <a:srgbClr val="00679C"/>
                    </a:gs>
                  </a:gsLst>
                  <a:lin ang="16200000" scaled="1"/>
                  <a:tileRect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Medium" panose="00020600040101010101" pitchFamily="18" charset="-122"/>
              </a:rPr>
              <a:t>明德格物  立己达人</a:t>
            </a:r>
            <a:endParaRPr lang="en-US" altLang="zh-CN" sz="1600" spc="700" dirty="0">
              <a:gradFill flip="none" rotWithShape="1">
                <a:gsLst>
                  <a:gs pos="0">
                    <a:srgbClr val="2660AD"/>
                  </a:gs>
                  <a:gs pos="100000">
                    <a:srgbClr val="00679C"/>
                  </a:gs>
                </a:gsLst>
                <a:lin ang="16200000" scaled="1"/>
                <a:tileRect/>
              </a:gradFill>
              <a:latin typeface="微软雅黑" panose="020B0503020204020204" pitchFamily="34" charset="-122"/>
              <a:ea typeface="微软雅黑" panose="020B0503020204020204" pitchFamily="34" charset="-122"/>
              <a:cs typeface="阿里巴巴普惠体 Medium" panose="00020600040101010101" pitchFamily="18" charset="-122"/>
            </a:endParaRPr>
          </a:p>
        </p:txBody>
      </p:sp>
      <p:sp>
        <p:nvSpPr>
          <p:cNvPr id="15" name="文本占位符 53"/>
          <p:cNvSpPr>
            <a:spLocks noGrp="1"/>
          </p:cNvSpPr>
          <p:nvPr>
            <p:ph type="body" sz="quarter" idx="17" hasCustomPrompt="1"/>
          </p:nvPr>
        </p:nvSpPr>
        <p:spPr>
          <a:xfrm>
            <a:off x="4063315" y="4277241"/>
            <a:ext cx="4065361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1600" spc="200" dirty="0">
                <a:gradFill flip="none" rotWithShape="1">
                  <a:gsLst>
                    <a:gs pos="0">
                      <a:srgbClr val="2660AD"/>
                    </a:gs>
                    <a:gs pos="100000">
                      <a:srgbClr val="00679C"/>
                    </a:gs>
                  </a:gsLst>
                  <a:lin ang="16200000" scaled="1"/>
                  <a:tileRect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Medium" panose="00020600040101010101" pitchFamily="18" charset="-122"/>
              </a:defRPr>
            </a:lvl1pPr>
          </a:lstStyle>
          <a:p>
            <a:pPr marL="0" lvl="0">
              <a:lnSpc>
                <a:spcPct val="150000"/>
              </a:lnSpc>
            </a:pPr>
            <a:r>
              <a:rPr lang="en-US" altLang="zh-CN" dirty="0"/>
              <a:t>&gt;&gt;</a:t>
            </a:r>
            <a:r>
              <a:rPr lang="zh-CN" altLang="en-US" dirty="0"/>
              <a:t>答辩学生：魏子奇</a:t>
            </a:r>
            <a:endParaRPr lang="zh-CN" altLang="en-US" dirty="0"/>
          </a:p>
        </p:txBody>
      </p:sp>
      <p:sp>
        <p:nvSpPr>
          <p:cNvPr id="16" name="文本占位符 53"/>
          <p:cNvSpPr>
            <a:spLocks noGrp="1"/>
          </p:cNvSpPr>
          <p:nvPr>
            <p:ph type="body" sz="quarter" idx="18" hasCustomPrompt="1"/>
          </p:nvPr>
        </p:nvSpPr>
        <p:spPr>
          <a:xfrm>
            <a:off x="4063314" y="4803063"/>
            <a:ext cx="4065361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1600" spc="200" dirty="0">
                <a:gradFill flip="none" rotWithShape="1">
                  <a:gsLst>
                    <a:gs pos="0">
                      <a:srgbClr val="2660AD"/>
                    </a:gs>
                    <a:gs pos="100000">
                      <a:srgbClr val="00679C"/>
                    </a:gs>
                  </a:gsLst>
                  <a:lin ang="16200000" scaled="1"/>
                  <a:tileRect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Medium" panose="00020600040101010101" pitchFamily="18" charset="-122"/>
              </a:defRPr>
            </a:lvl1pPr>
          </a:lstStyle>
          <a:p>
            <a:pPr marL="0" lvl="0">
              <a:lnSpc>
                <a:spcPct val="150000"/>
              </a:lnSpc>
            </a:pPr>
            <a:r>
              <a:rPr lang="en-US" altLang="zh-CN" dirty="0"/>
              <a:t>&gt;&gt;</a:t>
            </a:r>
            <a:r>
              <a:rPr lang="zh-CN" altLang="en-US" dirty="0"/>
              <a:t>指导教师：</a:t>
            </a:r>
            <a:r>
              <a:rPr lang="en-US" altLang="zh-CN" dirty="0"/>
              <a:t>XXX</a:t>
            </a:r>
            <a:endParaRPr lang="zh-CN" altLang="en-US" dirty="0"/>
          </a:p>
        </p:txBody>
      </p:sp>
      <p:pic>
        <p:nvPicPr>
          <p:cNvPr id="14" name="图片 13" descr="图片包含 游戏机&#10;&#10;描述已自动生成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838200" y="579196"/>
            <a:ext cx="2850764" cy="67875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56B7F3-024D-429A-ABCA-81F64A6B851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E17D63-A816-4E6A-BE97-618CAC8BA0E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78230" y="43561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讲解人：</a:t>
            </a:r>
            <a:endParaRPr lang="zh-CN" altLang="en-US"/>
          </a:p>
        </p:txBody>
      </p:sp>
    </p:spTree>
  </p:cSld>
  <p:clrMapOvr>
    <a:masterClrMapping/>
  </p:clrMapOvr>
</p:sld>
</file>

<file path=ppt/tags/tag4.xml><?xml version="1.0" encoding="utf-8"?>
<p:tagLst xmlns:p="http://schemas.openxmlformats.org/presentationml/2006/main">
  <p:tag name="ISLIDE.GUIDESSETTING" val="{&quot;Id&quot;:null,&quot;Name&quot;:&quot;正常&quot;,&quot;HeaderHeight&quot;:15.0,&quot;FooterHeight&quot;:9.0,&quot;SideMargin&quot;:5.5,&quot;TopMargin&quot;:0.0,&quot;BottomMargin&quot;:0.0,&quot;IntervalMargin&quot;:1.5,&quot;SettingType&quot;:&quot;System&quot;}"/>
  <p:tag name="COMMONDATA" val="eyJoZGlkIjoiNWU1NzZkNjdjNjNlNDliNjEyYTcwMjg2NGEyOTNhNTQ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hp2cakkn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��
</file>

<file path=customXml/item2.xml>��
</file>

<file path=customXml/item3.xml>��
</file>

<file path=customXml/itemProps1.xml><?xml version="1.0" encoding="utf-8"?>
<ds:datastoreItem xmlns:ds="http://schemas.openxmlformats.org/officeDocument/2006/customXml" ds:itemID="{C2543942-9E39-451C-B51A-C69E0BB9EEAD}">
  <ds:schemaRefs/>
</ds:datastoreItem>
</file>

<file path=customXml/itemProps2.xml><?xml version="1.0" encoding="utf-8"?>
<ds:datastoreItem xmlns:ds="http://schemas.openxmlformats.org/officeDocument/2006/customXml" ds:itemID="{6EE44A41-F244-40E8-B6A6-49E03F922F56}">
  <ds:schemaRefs/>
</ds:datastoreItem>
</file>

<file path=customXml/itemProps3.xml><?xml version="1.0" encoding="utf-8"?>
<ds:datastoreItem xmlns:ds="http://schemas.openxmlformats.org/officeDocument/2006/customXml" ds:itemID="{A6AE0E6D-D9E9-4583-98B2-3D0CD20947E2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</Words>
  <Application>WPS 演示</Application>
  <PresentationFormat>宽屏</PresentationFormat>
  <Paragraphs>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微软雅黑</vt:lpstr>
      <vt:lpstr>阿里巴巴普惠体 Medium</vt:lpstr>
      <vt:lpstr>Times New Roman</vt:lpstr>
      <vt:lpstr>Arial Unicode MS</vt:lpstr>
      <vt:lpstr>等线</vt:lpstr>
      <vt:lpstr>Office 主题​​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wei1012871944@live.cn;Kidleon</dc:creator>
  <cp:lastModifiedBy>PC</cp:lastModifiedBy>
  <cp:revision>29</cp:revision>
  <dcterms:created xsi:type="dcterms:W3CDTF">2020-04-28T02:46:00Z</dcterms:created>
  <dcterms:modified xsi:type="dcterms:W3CDTF">2026-06-17T18:50:25Z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0x010100C1F1798C1F16BF4597978ACE664E17CF</vt:lpwstr>
  </property>
  <property fmtid="{D5CDD505-2E9C-101B-9397-08002B2CF9AE}" pid="3" name="ICV">
    <vt:lpwstr>BF9194C000F94E58B753D4855E67B439_12</vt:lpwstr>
  </property>
  <property fmtid="{D5CDD505-2E9C-101B-9397-08002B2CF9AE}" pid="4" name="KSOProductBuildVer">
    <vt:lpwstr>2052-11.1.0.14227</vt:lpwstr>
  </property>
</Properties>
</file>